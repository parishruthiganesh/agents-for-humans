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is an agent whose product is silence. It reads every recall published by three federal agencies and stays quiet until something you actually own is actually affected.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is free and public. The labour of reading it is what nobody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example is the reason the project needs a model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stages. Three of them are invisible on a normal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slide. Everything technical downstream follows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pair wrongly dropped by a rule is never seen again and nobody learns it was missed. A pair wrongly kept costs one model call. So the cheap filter is deliberately permissive.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rules earning their place. Middle: the model earning its place. Right: neither can decide, so it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differentiator. Most hackathon agents demo an agent that answers. This demos one that knows when it cannot.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silence log is what makes the silence trustworthy rather than suspicious.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work stays in Python. The model is used only where judgement is genuinely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silence. The agent's success condition is that you never think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0574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2004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CA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reads every product recall published — so that one day it can tell you the one that is yours.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77240" y="443484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A29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434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Agents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Strands Agents SDK on Amazon Bedrock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reading nobody does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federal agencies publish every recall in full, for free, continuously.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2918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084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CPSC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0545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products. Blenders, heaters,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cribs, treadmills, power tools.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874520"/>
            <a:ext cx="32918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2084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NHTSA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50545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Vehicles, tyres and child car seats.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by campaign.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01000" y="1874520"/>
            <a:ext cx="32918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75320" y="2084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openFDA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50545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drugs and medical devices.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reports as filed.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7947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them means cross-referencing a government bulletin against the contents of your own home, every week, forever. There is no hour in anyone's life set aside for that.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00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9C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people find out late, by accident, or never.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Agents for Humans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8658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keyword matching fails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783080"/>
            <a:ext cx="50749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5156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RECALL NOTICE SAYS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26771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“Certain 4Ever DLX car seats, model numbers 2093054 and 2093055, sold January 2019 to March 2021.”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0749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RECEIPT SAYS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26771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“Graco 4Ever car seat, March 2020.”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40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gets this wrong in both directions. 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fires on every Graco product you own — and it misses this seat entirely if the receipt spells the brand “Graco Children's Products”.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548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whether that notice covers that seat is a judgement about product families, trade names, date windows and partial evidence. That is the whole problem.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Agents for Humans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08658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actually does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837944"/>
            <a:ext cx="475488" cy="475488"/>
          </a:xfrm>
          <a:prstGeom prst="ellipse">
            <a:avLst/>
          </a:prstGeom>
          <a:solidFill>
            <a:srgbClr val="EA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37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7830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what you own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14884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order confirmation. An extractor agent pulls out the durable goods and throws away the shipping and tax lines.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953512"/>
            <a:ext cx="475488" cy="475488"/>
          </a:xfrm>
          <a:prstGeom prst="ellipse">
            <a:avLst/>
          </a:prstGeom>
          <a:solidFill>
            <a:srgbClr val="EAF3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89864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every notice, forever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26440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CPSC, NHTSA and openFDA on a schedule. Hundreds of notices per pass.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069080"/>
            <a:ext cx="475488" cy="475488"/>
          </a:xfrm>
          <a:prstGeom prst="ellipse">
            <a:avLst/>
          </a:prstGeom>
          <a:solidFill>
            <a:srgbClr val="EAF3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069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014216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Decides — and almost always says nothing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37997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dismissal is recorded with a reason. Silence is the normal output.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184648"/>
            <a:ext cx="475488" cy="475488"/>
          </a:xfrm>
          <a:prstGeom prst="ellipse">
            <a:avLst/>
          </a:prstGeom>
          <a:solidFill>
            <a:srgbClr val="FBEAE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184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12978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Breaks the silence only when it is real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49554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happened, what to do about it, and a drafted message to the manufacturer.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Agents for Humans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8658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716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 is deciding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to tell you.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20040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A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fires on every loose brand match gets ignored within a week. And then it is sitting there in the background, failing silently, on the day it actually matters.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43891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product is silence — and the entire design is about earning the right to break it.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 that fail in opposite directions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651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78408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feeds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78408" y="25420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CPSC · NHTSA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openFDA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54680" y="2715768"/>
            <a:ext cx="320040" cy="0"/>
          </a:xfrm>
          <a:prstGeom prst="line">
            <a:avLst/>
          </a:prstGeom>
          <a:noFill/>
          <a:ln w="2032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20440" y="201168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651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21608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pass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21608" y="25420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aliases · model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· sale windows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2715768"/>
            <a:ext cx="320040" cy="0"/>
          </a:xfrm>
          <a:prstGeom prst="line">
            <a:avLst/>
          </a:prstGeom>
          <a:noFill/>
          <a:ln w="2032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63640" y="201168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EEF2F6"/>
          </a:solidFill>
          <a:ln w="16510">
            <a:solidFill>
              <a:srgbClr val="C9D6E2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4808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Strands agents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25420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RecallMatcher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RecallTriage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41080" y="2715768"/>
            <a:ext cx="320040" cy="0"/>
          </a:xfrm>
          <a:prstGeom prst="line">
            <a:avLst/>
          </a:prstGeom>
          <a:noFill/>
          <a:ln w="2032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06840" y="201168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EAF3ED"/>
          </a:solidFill>
          <a:ln w="16510">
            <a:solidFill>
              <a:srgbClr val="B3D2C1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08008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08008" y="25420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alert, or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silence log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runs on every notice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· runs on survivors only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4114800"/>
            <a:ext cx="50749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51560" y="4279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are good at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59943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model numbers. Date arithmetic. Doing it a thousand times for nothing.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114800"/>
            <a:ext cx="50749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83680" y="4279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are blind to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59943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a Ninja BN701 covered by a BlendJet recall?” So ambiguity is passed upward, never dropped.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Agents for Humans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8658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near-misses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why a layer exists.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Ryobi P215K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237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P215Q recall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2608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Aug 2020. Affected units sold 2022–23. Ruled out on date arithmetic alone.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51560" y="4251960"/>
            <a:ext cx="2788920" cy="658368"/>
          </a:xfrm>
          <a:prstGeom prst="roundRect">
            <a:avLst>
              <a:gd name="adj" fmla="val 12500"/>
            </a:avLst>
          </a:prstGeom>
          <a:solidFill>
            <a:srgbClr val="EAF3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61288" y="425196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for free. No model call.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21945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IKEA BILLY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5237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an IKEA MALM recall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92608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brand, same category, same retailer. No rule throws this out.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4251960"/>
            <a:ext cx="2788920" cy="658368"/>
          </a:xfrm>
          <a:prstGeom prst="roundRect">
            <a:avLst>
              <a:gd name="adj" fmla="val 12500"/>
            </a:avLst>
          </a:prstGeom>
          <a:solidFill>
            <a:srgbClr val="FBF1D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73168" y="425196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matcher does.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196596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75320" y="21945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Graco 4Ever DLX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5237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its own recall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92608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specific model numbers printed on a label. A receipt cannot settle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75320" y="4251960"/>
            <a:ext cx="2788920" cy="658368"/>
          </a:xfrm>
          <a:prstGeom prst="roundRect">
            <a:avLst>
              <a:gd name="adj" fmla="val 12500"/>
            </a:avLst>
          </a:prstGeom>
          <a:solidFill>
            <a:srgbClr val="FBEAE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85048" y="425196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9C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asks you to read one label.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Agents for Humans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08658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systems answer yes or no.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has a third answer — and it is the one that matters.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EAF3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no_match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46120" y="178308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FBF1D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46120" y="1783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need_info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0" y="178308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FBEA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15000" y="1783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51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need_info — the agent cannot decide without something only you can see.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546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yes </a:t>
            </a:r>
            <a:pPr indent="0" marL="0">
              <a:buNone/>
            </a:pPr>
            <a:r>
              <a:rPr lang="en-US" sz="160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you to ignore it. </a:t>
            </a:r>
            <a:pPr indent="0" marL="0">
              <a:buNone/>
            </a:pPr>
            <a:r>
              <a:rPr lang="en-US" sz="160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no </a:t>
            </a:r>
            <a:pPr indent="0" marL="0">
              <a:buNone/>
            </a:pPr>
            <a:r>
              <a:rPr lang="en-US" sz="160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how a child ends up in a recalled car seat.</a:t>
            </a:r>
            <a:endParaRPr lang="en-US" sz="1600" dirty="0"/>
          </a:p>
        </p:txBody>
      </p:sp>
      <p:pic>
        <p:nvPicPr>
          <p:cNvPr id="12" name="Image 0" descr="/tmp/claude-0/-home-user-Agents-for-Humans/26ad2641-cc2e-5adf-8777-d9464fd5e085/scratchpad/shot-carseat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94760"/>
            <a:ext cx="7589520" cy="276514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686800" y="411480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question is the real decision the agent exists to surface — and the only thing it wanted from you today.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Agents for Humans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08658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silence log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notice read and deliberately not shown — with the reason.</a:t>
            </a:r>
            <a:endParaRPr lang="en-US" sz="1500" dirty="0"/>
          </a:p>
        </p:txBody>
      </p:sp>
      <p:pic>
        <p:nvPicPr>
          <p:cNvPr id="4" name="Image 0" descr="/tmp/claude-0/-home-user-Agents-for-Humans/26ad2641-cc2e-5adf-8777-d9464fd5e085/scratchpad/shot-silence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6583680" cy="39502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26680" y="19659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there is no difference a user can see between an agent that read four hundred notices and found nothing —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3291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9C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an agent that has been quietly broken for a month.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4343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credibility artifact.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Agents for Humans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08658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Strands SDK is doing here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1206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51560" y="2029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agents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377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Extractor, Matcher, Triage — each with a narrow system prompt and a typed Pydantic return via structured_output. Plus a conversational agent.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828800"/>
            <a:ext cx="51206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2029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@tool functions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search_inventory · list_open_alerts · why_was_this_ignored · coverage_summary · closest_recall_for_item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611880"/>
            <a:ext cx="51206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51560" y="3813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output, not prose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160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RecallTriage returns a TriageDecision. An unexpected value degrades to “digest” rather than inventing an alert.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3611880"/>
            <a:ext cx="51206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12700" dir="5400000">
              <a:srgbClr val="1C1B18">
                <a:alpha val="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3813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tests, replay mode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160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runs end to end with no credentials, so the demo is reproducible and the tests need no network.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577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· FastAPI · three public government APIs, none of which need a key · MIT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Agents for Humans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8658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234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normal day, this is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interface: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697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FC0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clear.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6393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recalls read. None of them affect anything you own.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it is supposed to look like.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github.com/ParishruthiGanesh/Agents-for-Humans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Recall</dc:title>
  <dc:subject>PptxGenJS Presentation</dc:subject>
  <dc:creator>Parishruthi Ganesh</dc:creator>
  <cp:lastModifiedBy>Parishruthi Ganesh</cp:lastModifiedBy>
  <cp:revision>1</cp:revision>
  <dcterms:created xsi:type="dcterms:W3CDTF">2026-09-15T00:19:51Z</dcterms:created>
  <dcterms:modified xsi:type="dcterms:W3CDTF">2026-09-15T00:19:51Z</dcterms:modified>
</cp:coreProperties>
</file>